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Investor Faq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COGAT | Category: PSYCHOLOGY</a:t>
            </a:r>
          </a:p>
          <a:p>
            <a:r>
              <a:rPr sz="1400"/>
              <a:t>Upstream: https://github.com/cognitiveatlas/cogat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investor faq for the Anticloud integration of COGAT.</a:t>
            </a:r>
          </a:p>
          <a:p>
            <a:r>
              <a:rPr sz="1400"/>
              <a:t>Cognitive Atlas ontology and tools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COGAT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